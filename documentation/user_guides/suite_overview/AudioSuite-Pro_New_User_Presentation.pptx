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4303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AudioSuite-Pro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4303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i="0">
                <a:solidFill>
                  <a:srgbClr val="BDD7EE"/>
                </a:solidFill>
                <a:latin typeface="Segoe UI"/>
              </a:rPr>
              <a:t>One Suite for Your Whole Music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 guided tour for new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6636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DD7EE"/>
                </a:solidFill>
                <a:latin typeface="Segoe UI"/>
              </a:rPr>
              <a:t>Process   .   Repair   .   Analyse   .   Tag   .   Convert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947007" y="5852160"/>
            <a:ext cx="1280160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55767" y="5852160"/>
            <a:ext cx="1280160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4527" y="5852160"/>
            <a:ext cx="1280160" cy="822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What is AudioSuite-Pro?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A suite of 30 Windows desktop tools for processing, repairing, analysing and tagging a music library - plus one Master Driver that ties them all together.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Every tool is a standalone application you can run on its own; most are designed to run as steps in a sequence, each building on tags or audio written by the tool before it.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tools are grouped into three broad stages that mirror how a music library gets built: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Analyse and tag - BPM, key, mood, genre, artwork, lyrics.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Convert, extract, rip, and maintain - day-to-day library upkeep.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Most tools also have a command-line equivalent via the audiosuite command - and every tool's Help button opens its own User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Map: Three Stages + a Control Centre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Analyse and tag - BPM, tempo, key, mood, genre, artwork, lyrics - modules that read and write tags, several building on tags written by others.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Convert, extract, rip, and batch-process - day-to-day library maintenance that doesn't fit neatly into Refine or Enrich.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MASTER DRIVER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Ties Refine, Enrich, and Util tools into one window with a fixed, dependency-aware run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Master Driver - The Control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Point it at a music folder and it runs a configured set of tools in a fixed, dependency-aware order - no need to open 30 separate windows.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Three tabs: REFINE (the full Audio Refinery pipeline, embedded), ENRICH (the tag and metadata modules), and UTIL (the remaining utilities).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Auto-Start and Auto-End options on each tab enable fully hands-off batch runs.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Settings are shared with the standalone tools - the Refinery tab uses the same refinery_settings.json as the Audio Refinery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Why the fixed order matters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The ENRICH order encodes real data dependencies: Album Genre Tagger must run before Genre Sync, and BPM Analyzer before Tempo Analyzer. Run the tools out of order and files missing their prerequisite tags are silently skipped - partial or empty results, not a warning dialog. Use Master Driver's fixed order, or replicate it manually when chaining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1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REFINE - Audio Repair &amp; Processing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 Refinery - The Combined Pipeline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One file, one decode, five stages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362809" cy="731520"/>
          </a:xfrm>
          <a:prstGeom prst="homePlate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Declick</a:t>
            </a:r>
          </a:p>
        </p:txBody>
      </p:sp>
      <p:sp>
        <p:nvSpPr>
          <p:cNvPr id="5" name="Chevron 4"/>
          <p:cNvSpPr/>
          <p:nvPr/>
        </p:nvSpPr>
        <p:spPr>
          <a:xfrm>
            <a:off x="2701137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Trim</a:t>
            </a:r>
          </a:p>
        </p:txBody>
      </p:sp>
      <p:sp>
        <p:nvSpPr>
          <p:cNvPr id="6" name="Chevron 5"/>
          <p:cNvSpPr/>
          <p:nvPr/>
        </p:nvSpPr>
        <p:spPr>
          <a:xfrm>
            <a:off x="4899355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Reduce Noise</a:t>
            </a:r>
          </a:p>
        </p:txBody>
      </p:sp>
      <p:sp>
        <p:nvSpPr>
          <p:cNvPr id="7" name="Chevron 6"/>
          <p:cNvSpPr/>
          <p:nvPr/>
        </p:nvSpPr>
        <p:spPr>
          <a:xfrm>
            <a:off x="7097572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Enhance</a:t>
            </a:r>
          </a:p>
        </p:txBody>
      </p:sp>
      <p:sp>
        <p:nvSpPr>
          <p:cNvPr id="8" name="Chevron 7"/>
          <p:cNvSpPr/>
          <p:nvPr/>
        </p:nvSpPr>
        <p:spPr>
          <a:xfrm>
            <a:off x="9295790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Normalise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556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Five stages back-to-back in a single decode/encode pass - the lowest-quality-loss way to run several tools at once.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Each stage is independently optional; presets save and reload the complete stage configuration.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Dry Run first: validates and decodes every file and reports RMS and duration - writes nothing.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Completion registry: already-processed files are tracked and skipped on re-runs, so it is safe to re-launch over a partially processed folder.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Supports MP3, FLAC, OGG, M4A, WAV, AIFF/AIF, Opus - output stays in the source format.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FFmpeg on PATH is required for the Normalise stage; the other four stages run via pydub/pedalboard.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Inside the Pipeline - What Happens to Each 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50749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412480"/>
              </a:tblGrid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1 - Integrity validation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Existence, readability, size, magic bytes, decoding, sample rate, duration, channel checks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2 - Load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Original tags are read and the source audio is decoded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3 - 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Detects and repairs clicks using sensitivity and maximum defect width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4 - Silence Trimming / Fading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Removes silence using a dBFS threshold; optional fade-in and fade-out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5 - Noise Reduction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Optional removal of mains hum and/or broadband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6 - Audio Enhancement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Mild, Moderate, Aggressive, or Custom DSP preset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7 - Export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Processed audio written once with format-appropriate encoding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8 - Normalise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Loudness measured; configured LUFS target and tolerance applied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9 - Finish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Tags restored, undo snapshot recorded, output atomically replaced or created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Repair Workhorses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Also available standalone, or as pieces of the Refinery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Audio Enhancer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Seven-stage DSP chain: noise gate to limiter with EQ, presence peak, and output gain in between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Mild / Moderate / Aggressive presets, or Custom with thirteen sliders and five effects in a separate editor window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Tags are read before and restored after processing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For dull or dynamically flat recordings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Noise Reduction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Mains hum: 50/60 Hz and harmonics, removed with high-Q IIR notch filters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Broadband noise: hiss, tape noise, room ambience, via spectral gating on a learned noise profile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Both engines can be enabled independently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Runs standalone, from the CLI (audiosuite reduce), or as Refinery stage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2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ENRICH - Analysis &amp; Tagging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Analyse and tag - BPM, tempo, key, mood, genre, artwork, lyrics.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ENRICH: Eleven Modules, One Fixed Order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Run the modules in this order for complete, correct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55680" cy="4937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926080"/>
                <a:gridCol w="768096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Why it sits here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Cleans tag clutter before anything else reads or writes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AcoustID identification - independent of everything else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Independent loudness analysis - fast, so it runs early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Consolidates TITLEGENRE into ALBUMGENRE across all supported formats - before 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tags Album Genre Tagger just wrote; resolves them into TCON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the native BPM tag - a prerequisite for Tempo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BPM tag (must run after BPM Analyzer) and writes a marking to each format's native tag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TKEY - the standard musical key tag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Signal-based mood tagging - independent of the tag chains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Runs last so artwork is not disturbed by any later tag rewrite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Fetches and embeds lyrics once tag rewrites have settled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Analysers: BPM, Key, ReplayGain &amp; Fingerprinting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BPM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via librosa audio analysis, with half-time/double-time guarding.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TBPM (MP3/WAV/AIFF), Vorbis comment (FLAC/OGG/Opus), tmpo atom (M4A).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Key Detector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Musical key via chromagram analysis and template matching (24 keys).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TKEY (MP3/WAV/AIFF), initialkey Vorbis comment (FLAC/OGG/Opus), initialkey iTunes atom (M4A/MP4).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ReplayGain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Measures: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Perceived loudness via FFmpeg's ebur128 filter (ITU-R BS.1770).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Four standard ReplayGain v2 tags - track gain and album gain.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Metadata-only and reversible by deleting tags.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Audio Fingerprinter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Creates: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Chromaprint fingerprints via the external fpcalc utility.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Matches: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Unknown tracks identified through the AcoustID database.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Tags: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AcoustID metadata written to matched files on request.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Tag Chain: BPM to Tempo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Tempo Analyzer transforms each format's native BPM tag into a marking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825496" cy="731520"/>
          </a:xfrm>
          <a:prstGeom prst="homePlat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BPM Analyzer</a:t>
            </a:r>
          </a:p>
        </p:txBody>
      </p:sp>
      <p:sp>
        <p:nvSpPr>
          <p:cNvPr id="5" name="Chevron 4"/>
          <p:cNvSpPr/>
          <p:nvPr/>
        </p:nvSpPr>
        <p:spPr>
          <a:xfrm>
            <a:off x="3163824" y="1325880"/>
            <a:ext cx="2825496" cy="73152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Tempo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3258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5A5A5A"/>
                </a:solidFill>
                <a:latin typeface="Segoe UI"/>
              </a:rPr>
              <a:t>Tempo Analyzer must run after BPM Analyzer - it reads the BPM tag that BPM writes.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4231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Tempo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the BPM tag (written by BPM Analyzer) and converts the number into a human-readable marking - Allegro, House, Fast Run, and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Seven selectable naming schemes - the marking lands in each format's native tag: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TXXX:TEMPO (ID3) - MP3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(Vorbis comment) - FLAC, OGG,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----:com.apple.iTunes:TEMPO (freeform) - M4A, MP4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It will not detect BPM itself - if the BPM tag is missing, there is nothing to convert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11155680" cy="12344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Tag transformers, not analysers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Tempo Analyzer performs no audio analysis of its own - it consumes what another tool wrote. Key Detector writes TKEY independently, and mood tagging works straight from the audio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Mood Chain: Signal-Based Mood Tagging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Mood is estimated from the audio itself, not from other tags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Estimates mood directly from the audio signal - no pre-existing tags needed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Derives arousal and valence features and maps them to three mood words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Can write mood, confidence, and energy metadata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one directory (no subfolders)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Analysis Batch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same signal mood engine - the same track produces the same values in both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Walks an entire directory tree recursively in one pass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Use for first-time tagging of a whole library, or a full re-tag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Leave Dry Run selected for the first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83480"/>
            <a:ext cx="11155680" cy="1188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Formats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Both tools support all shared suite formats: MP3, FLAC, OGG, M4A, MP4, Opus, WAV, and AIFF variants.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Genre Chain: Track to Standard Field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Move curated genres into the field every player reads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Genre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TITLEGENRE from every track in a folder, format-aware (TXXX / Vorbis / MP4 freeform)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De-duplicates and sorts, then writes a consolidated ALBUMGENRE (plus an ALBUMDERIVED flag)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Requires a minimum coverage - default 50% of tracks - before it will 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Genre Sync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Populates the standard TCON field using a priority system across title, artist, and album-level custom genre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Special handling for Various Artists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Makes your curated taxonomy visible to players that only read TCON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All nine suite formats - MP3, FLAC, OGG, M4A, MP4, Opus, WAV, AIFF, AIF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Tag Field Updater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 standalone normalisation utility - not part of the ENRICH sequence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Rewrites separator characters (slash to semicolon) across the genre tag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MP4/M4A, OGG, Opus, WAV, AIFF/AIF, and WMA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Cleaning, Artwork, Lyrics &amp; 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Metadata Scrubber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Cleans tag clutter across all supported formats (except WMA) while always preserving Artist, Album, and Title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Selectively keep custom tags - lyrics, ratings - via an interactive checkbox interface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Selections persist between runs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first in the ENRICH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Art Synchronizer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Looks up artwork via MusicBrainz against Fanart.tv, Deezer, and iTunes Store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Prefers the Album Artist tag for accuracy on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artwork into file tags and writes a folder.jpg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last in the ENRICH sequence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Lyrics Manager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Fetches synced (timestamped) or plain lyrics from the LRCLIB online source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lyrics straight into each file's tags, so they travel with the file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Files are matched by artist and title tags; missing or Unknown tags are skipped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3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UTIL - Conversion, Extraction &amp; Maintenance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Convert, extract, rip, and batch-process - day-to-day library maintenance.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Audio-Altering Tools in UTIL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Standalone tools that change the audio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Pop &amp; Click Remover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Repairs vinyl-rip pops and clicks using a windowed Median Absolute Deviation detector and cubic-spline interpolation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Local 20 ms detection window stays reliable across wide dynamic range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Idempotent: repeated runs converge to zero changes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16/24/32-bit PCM handled correctly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Silence Trimmer &amp; Fader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Removes leading/trailing silence using a configurable dB threshold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Applies optional fade-in and fade-out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through an isolated temporary copy - the original is untouched until the result is verified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OGG, M4A, Opus, WAV, and AIFF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Audio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Loudness normalisation to a target LUFS using FFmpeg's two-pass loudnorm filter (EBU R128)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simpler standalone tool - use the Normalise stage in Audio Refinery if you are running that pipeline anyway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Model-Based Tools: Separation &amp; Neural Denoise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Both run a trained model, and both fetch it on first use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5B6"/>
                </a:solidFill>
                <a:latin typeface="Segoe UI"/>
              </a:rPr>
              <a:t>Stem Separator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Splits a mixed track into vocals, drums, bass and other with Demucs, an open-source source-separation model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Writes each stem as its own file into an output folder - the source is never modified, so there is nothing to undo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Two models (htdemucs, htdemucs_ft), a selectable stem list, and an optional mix of the parts you exported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Runs on CPU or CUDA; the 80 MB model downloads once and is cached (audiosuite stems)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5B6"/>
                </a:solidFill>
                <a:latin typeface="Segoe UI"/>
              </a:rPr>
              <a:t>ML Denoiser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Removes broadband noise with RNNoise, a small recurrent network trained on speech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No noise profile to pick: the model estimates speech frame by frame and rebuilds the signal with the noise suppressed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Speech-oriented, so it attenuates musical content - the amount blend keeps part of the source and suits music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Processed in place with tags preserved, each file written only after its temporary copy is verified (audiosuite denoise)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Working on a Single File: Looking &amp; Editing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The batches run themselves - these two put one file in front of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5B6"/>
                </a:solidFill>
                <a:latin typeface="Segoe UI"/>
              </a:rPr>
              <a:t>Spectral Viewer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Draws an FFT spectrogram: time left to right, frequency bottom to top, colour is loudness in dB relative to the peak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An inspection tool - it never retags, re-encodes or moves audio, and the only files it writes are the PNGs you export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Adjust the time window, frequency ceiling, colour range and FFT size, then zoom and pan before exporting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Headless: audiosuite spectrogram renders a folder, one PNG per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5B6"/>
                </a:solidFill>
                <a:latin typeface="Segoe UI"/>
              </a:rPr>
              <a:t>Tag Editor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An interactive grid over the common tag fields - load a library folder, select rows, edit in place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Applies validated single-field edits, bulk transformations and CSV imports to the selected files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Every live write is recorded as one undoable batch, restorable from Undo Tag Edits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Headless: audiosuite tag-edit writes one field, or imports a CSV of per-file edits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Conversion, Ripping &amp; Extraction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Music Format Converter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Batch conversion across 14 formats: MP3, AAC, M4A, OGG, Opus, WMA, MP4, FLAC, WAV, ALAC, APE, AIFF, AIF, WavPack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Actively prevents invalid conversions: same-format re-encodes and lossy to lossless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Only valid output formats for the detected input are shown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CD Ripper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Rips physical audio CDs to FLAC, MP3, OGG, M4A, WAV, or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MusicBrainz lookup with inline metadata correction before encoding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Windows-only; requires Administrator rights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ASX Playlist Extractor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XML-based .asx playlist files, which point to audio elsewhere on disk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Copies the referenced files into a target directory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Fallback format detection across all nine supported audio extensions if the referenced file is not at the exact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Library Maintenance &amp; Safety Nets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Library Statistics Dashboard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Scans a library and aggregates metadata already present in tags - read-only, no analysis and no tag writes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Summary counts, charts, missing-data lists, and tag completeness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Tag-Based File Reorganizer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Moves/copies files into a user-defined tag-based folder hierarchy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Separate templates for named album artists and Various Artists releases - preview-first, Dry Run on by default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Album Art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Standardises embedded artwork across all nine supported audio formats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Center-crops, resizes to a square resolution, re-encodes as an optimised JPEG; also normalises folder.jpg to 1000 x 1000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Undo Tag Edits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tag-editing run records a snapshot of each file's tags before the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saved run and restore your tags to exactly the way they were - a safety net for batch tagging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Format Support at a Glance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Source-and-output support per tool (see each tool's own guide)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5303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777240"/>
                <a:gridCol w="777240"/>
                <a:gridCol w="777240"/>
                <a:gridCol w="777240"/>
                <a:gridCol w="777240"/>
                <a:gridCol w="4800600"/>
              </a:tblGrid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MP3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FLAC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OGG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M4A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Opus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Enhancer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existing ID3 tags preserved through re-encode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Silence Trimmer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AIFF/AIF - reads native BPM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no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format-aware genre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signal-based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Batch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Same scope as Mood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Normalizer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Tag Field Updater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AIFF/AIF,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WMA, MP4, ALAC, APE, AIFF/AIF, WavPack - 14 total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Output formats only - input is a disc; WAV added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Resolves .asx refs to any supported audio format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shared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Library Statistics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Read-only tag scan - all shared suite formats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Undo Tag Edits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Restores tag snapshots for all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Tag Editor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every live write is one undoable batch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Spectral Viewer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Read-only: writes PNG spectrograms, never touches the audio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Stem Separator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reads any suite format, writes WAV stems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ML Denoiser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RNNoise model, speech-trained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Choosing the Right Tool for a Task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5120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400800"/>
              </a:tblGrid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I want to...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Use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 a full library pipeline hands-off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Master Driver, with Auto-Start and Auto-End enabled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 up vinyl rip clicks and pops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 (or Audio Refinery's Declick stage)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Make all tracks the same loudness, permanently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Normalizer, or the Normalise stage in 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Consistent volume without altering the audio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 - metadata-only and reversible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Tag BPM for DJ use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Analyzer, then Tempo Analyzer for named tempo markings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Get mood tags for playlist building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 - or Mood Batch Tagger for a whole library tree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Every player sees a consistent Genre field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 first (if from track-level tags), then 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Find and embed missing album art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Rip a physical CD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 (Windows + Administrator rights required)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Convert a whole library to a different format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Strip out junk tags from rippers/streaming services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Recover audio referenced by old .asx playlists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Remove mains hum or hiss/background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 (or the Reduce Noise stage in Audio Refinery)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Fix one tag by hand, or apply a spreadsheet of edits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Tag Editor - one field, a bulk change, or a CSV import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See what a click or a hum looks like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Spectral Viewer - PNG spectrograms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Pull out a vocal or make a karaoke track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Stem Separator - vocals, drums, bass and other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 up speech without picking a noise profile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ML Denoiser - RNNoise, with an amount blend for music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Getting Started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Three ways to run the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1 - Master Driver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Launch Master_Driver.pyw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tab, point it at a music folder, tick the tools you want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Click Run - Auto-Start/Auto-End make it hands-off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Recommended for your first full-library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2 - Individual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 has its own launcher - Audio_Refinery.pyw, BPM_Analyzer.pyw, Library_Stats.pyw, and 23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Double-click to open just that tool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Best for focused, single-album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3 - Command line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audiosuite &lt;command&gt; &lt;directory&gt; [options]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Example: audiosuite album-art "D:\Music\Beatles" --dry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 audiosuite --help for the full command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60"/>
            <a:ext cx="11155680" cy="1371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Tips for your first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Start with Dry Run wherever a tool offers it - you see exactly what would happen before anything is written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FFmpeg on PATH is needed for conversion, ReplayGain analysis, and loudness normalisation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tool's Help button opens its own User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Where to Go Next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docs/index.md is the front door - guides, reference and the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Each tool's own User Guide - every setting, default value, and step-by-step walkthrough (user_guides/individual_programs/)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Suite Overview - how the 30 tools are grouped, and which one to reach for (docs/user/suite-overview.md)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Logging System Guide - log file locations, formats, and troubleshooting by message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Retries, failure handling and cleanup - what happens when a file or a batch step fails (docs/resilience.md)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Security - API keys, credentials, and safe file handling (docs/user/security.md)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CLI Commands Reference - every command and option (user_guides/reference/CLI_Commands_Reference.md)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303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Your library,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3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 i="0">
                <a:solidFill>
                  <a:srgbClr val="BDD7EE"/>
                </a:solidFill>
                <a:latin typeface="Segoe UI"/>
              </a:rPr>
              <a:t>Repair it. Tag it. Convert it. Maintain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Launch Master_Driver.pyw to get started.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